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</a:rPr>
              <a:t>tight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C9D6E8"/>
                </a:solidFill>
              </a:rPr>
              <a:t>  ·  端云实时通信的可靠 UDP 传输底座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19456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C9D6E8"/>
                </a:solidFill>
              </a:rPr>
              <a:t>自包含 · 零第三方依赖 · C++17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3794760" cy="42062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271016"/>
            <a:ext cx="33924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</a:rPr>
              <a:t>解决的问题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645920"/>
            <a:ext cx="3392424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7212D"/>
                </a:solidFill>
              </a:rPr>
              <a:t>广域网丢包/抖动毁掉实时音视频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17212D"/>
                </a:solidFill>
              </a:rPr>
              <a:t>嵌入式端内存/CPU 寸土寸金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17212D"/>
                </a:solidFill>
              </a:rPr>
              <a:t>TCP 队头阻塞 / UDP 裸奔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17212D"/>
                </a:solidFill>
              </a:rPr>
              <a:t>实时链路裸奔不安全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17212D"/>
                </a:solidFill>
              </a:rPr>
              <a:t>音视频文件同链路互相挤占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7212D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472"/>
                </a:solidFill>
              </a:rPr>
              <a:t>ACK/NACK + RS-FEC 在线恢复 + 缺口智能跳过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472"/>
                </a:solidFill>
              </a:rPr>
              <a:t>lite 模式空闲仅 ~76KB、单线程、64KB 小栈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472"/>
                </a:solidFill>
              </a:rPr>
              <a:t>三信号 AIMD 拥塞控制（GCC 风格）+ ECN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472"/>
                </a:solidFill>
              </a:rPr>
              <a:t>X25519 + HKDF + AES-256-GCM 握手即加密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472"/>
                </a:solidFill>
              </a:rPr>
              <a:t>优先级 / 命令插队 / 音频绕桶 / 码率通知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143000"/>
            <a:ext cx="7360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271016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</a:rPr>
              <a:t>竞争力要点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1645920"/>
            <a:ext cx="69494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7212D"/>
                </a:solidFill>
              </a:rPr>
              <a:t>零依赖、可嵌入式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7212D"/>
                </a:solidFill>
              </a:rPr>
              <a:t>极致资源档案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7212D"/>
                </a:solidFill>
              </a:rPr>
              <a:t>可靠性与实时性兼得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7212D"/>
                </a:solidFill>
              </a:rPr>
              <a:t>为视频而生的拥塞控制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7212D"/>
                </a:solidFill>
              </a:rPr>
              <a:t>工程可信度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7212D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472"/>
                </a:solidFill>
              </a:rPr>
              <a:t>纯 C++17 + 系统 socket，单库接入，Win / Linux 双平台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472"/>
                </a:solidFill>
              </a:rPr>
              <a:t>服务端 ~460KB ｜ 设备端 ~76KB；MTU 1350 整包承载 16kHz·40ms 音频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472"/>
                </a:solidFill>
              </a:rPr>
              <a:t>per-channel ARQ 开关；重传可协商（握手通告），弱网内存恒定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472"/>
                </a:solidFill>
              </a:rPr>
              <a:t>熵驱动 FEC（上限 20%）+ 排空窗口 + 令牌贷款防编码卡死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472"/>
                </a:solidFill>
              </a:rPr>
              <a:t>152 用例 / 16 套件 ctest 全绿，加密对照 RFC/NIST 标准向量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660136"/>
            <a:ext cx="11338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</a:rPr>
              <a:t>一套代码，两端落地：让弱网下的设备与云端，像局域网一样说话。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099048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DCE8FC"/>
                </a:solidFill>
              </a:rPr>
              <a:t>tight — 端云实时通信的零依赖可靠 UDP 传输库：嵌入式端 76KB，云端多并发自如，丢包 20% 链路音视频依然流畅、安全。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